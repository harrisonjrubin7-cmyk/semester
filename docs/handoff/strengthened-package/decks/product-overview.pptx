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What Semester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What Semester is: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Problem: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One account and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One account and workspace: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Students: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Faculty and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Faculty and staff: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Institutions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Institutions: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Campus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Campus community: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Data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Data and AI: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Pilot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Proposed bounded scope with baseline, source map, responsible offices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Activate only after exact-target technical/professional/legal/customer/operated evidence is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Status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Status and boundaries: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