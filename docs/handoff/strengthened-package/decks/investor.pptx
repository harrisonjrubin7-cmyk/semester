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Semester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Semester: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Problem: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Why now: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Education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Education OS: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Connected 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Connected student experience: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Faculty and staff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Faculty and staff: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Institution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Institution product: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Source and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Source and authority: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Trust: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Traction evidence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Separate signed paper, payment authority, activated deployment and measured results.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 claim promoted from demo screens or local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Signed paid pilot evidence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Required: executed agreement, authorized purchase/payment posture, accepted scope and activation evidence.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Status here: not supplied or verified; do not publish a signed-paid-pilot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What we built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Durable synthetic onboarding→submission→draft grading→independent release→projection.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Reasoned hold approval preserves unknown/stale readiness; no enrollment command.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What remains unverified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Canonical repository integration, production RLS/providers/deployment and operation.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Qualified assurance, legal/customer acceptance and real pilot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Market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Use dated IPEDS datasets, eligible buyers, reachable segments and approved price arithmetic.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 invented TAM, penetration, bookings or retention uplift.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Business model: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Unit-economics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Unit-economics hypotheses: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GTM: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Competitive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Competitive comparison: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16-week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Next90days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Team: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Capital use and runway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Capital use and runway: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Ask and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Ask and milestones: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