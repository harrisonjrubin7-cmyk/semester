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Scope and period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Pilot report template: institution/cohort/term/target configuration require approval.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No measured result or real quotation supplied here.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Baseline and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Freeze definitions, inclusion rules, denominators, source coverage and stop criteria.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Separate observed associations from causal outcome claims.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Invited, activated, first-value and active-user actuals unavailable.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Report missing telemetry explicitly; no invented zeros.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Results versus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Readiness action completion/source quality: unavailable until real pilot measurement.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Clicks and local fixtures do not prove enrollment, GPA or retention impact.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Support and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Support and trust: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Recommendation: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Renewal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Named institution decision maker accepts renewal/remediation/stop scope.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Reference permission and commercial activation remain independent.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