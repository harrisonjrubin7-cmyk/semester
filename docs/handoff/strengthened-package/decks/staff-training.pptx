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Objectives: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Source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Source labels: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Connection and readiness states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Connection and readiness states: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Walkthrough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Walkthrough pattern: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Controlled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Controlled action: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Do: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Do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Do not expose unreleased grades or treat missing prerequisites as eligible.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Do not repeat confirmed upstream actions to repair late projections.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Practice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A hold is cleared but prerequisite evidence is missing: unknown, not ready.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Grade changes after approval request: reject stale binding and request again.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Help and escalation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Fill named office/support queue, hours and incident contacts before training distribution.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Escalate to the owning authority, not an unbounded AI agent.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