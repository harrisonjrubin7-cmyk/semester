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Objective: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1/8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Six blockers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Six blockers: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2/8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Days1–30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Foundation and complete loops first; qualified/target review and staffed exercises next.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Timing is proposed sequencing, never a reason to bypass an evidence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3/8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Days31–60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Foundation and complete loops first; qualified/target review and staffed exercises next.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Timing is proposed sequencing, never a reason to bypass an evidence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4/8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Days61–90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Foundation and complete loops first; qualified/target review and staffed exercises next.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Timing is proposed sequencing, never a reason to bypass an evidence gate.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5/8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Risks and owners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Risks and owners: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6/8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Hiring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Staffing required when workload exceeds documented safe capacity or qualified coverage is absent.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No hiring/compensation promise without approved commercial and finance authority.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7/8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A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>
                <a:solidFill>
                  <a:srgbClr val="ECEEF2"/>
                </a:solidFill>
              </a:defRPr>
            </a:pPr>
            <a:r>
              <a:t>Weekly decision cadence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106070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Weekly decision cadence: map the specific job to shared account, object, permission, command and source.</a:t>
            </a:r>
          </a:p>
          <a:p>
            <a:pPr>
              <a:spcAft>
                <a:spcPts val="2200"/>
              </a:spcAft>
              <a:defRPr sz="2400">
                <a:solidFill>
                  <a:srgbClr val="D4D9E2"/>
                </a:solidFill>
              </a:defRPr>
            </a:pPr>
            <a:r>
              <a:t>• Record code, tests, deployment, human authority and observed operation separately; current local build does not establish all of them.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CA3B2"/>
                </a:solidFill>
              </a:defRPr>
            </a:pPr>
            <a:r>
              <a:t>SEMESTER | REVIEW DRAFT | 2026-10-13 | 8/8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