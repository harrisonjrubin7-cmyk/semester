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Headline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Complete connected loops before expanding duplicate shells.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Local synthetic workflow build delivered; production activation not established.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1/8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KPIs versus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Approved actual KPIs unavailable: do not invent adoption or outcomes.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Each measure requires period, numerator/denominator, source, owner and kind.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Pilot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Proposed bounded scope with baseline, source map, responsible offices and stop criteria.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Activate only after exact-target technical/professional/legal/customer/operated evidence is accepted.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Product increment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Product increment: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Risks: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Cash and runway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Cash/burn/runway unavailable without finance-approved source data.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Runway uses unrestricted cash and an approved forward net-burn model.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Board 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Assign named technical, reviewer, legal/customer and support owners.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Approve bounded scope and measurement, not unsupported launch claims.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Next period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Next period: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