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Semester: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Problem: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Why now: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Connected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Connected product: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Student experience: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Faculty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Faculty experience: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Institution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Institution operations: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Trust: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Vanderbilt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Design context and proposed campus journeys only.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No verified Vanderbilt endorsement, customer relationship or paid-pilot evidence supplied.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Business model: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GTM: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Landscape: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Build plan: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Team and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Team and ask: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