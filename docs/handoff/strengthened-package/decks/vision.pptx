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Education connected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Education connected: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Experience: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Operations: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Intelligence: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Native with responsible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Native with responsible integration: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Trust as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Trust as behavior: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Admissions to alumni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Admissions to alumni: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Proof before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Proof before scale: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