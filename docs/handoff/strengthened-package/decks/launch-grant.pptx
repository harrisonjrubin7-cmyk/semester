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Education connected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Education connected: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Fragmentation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Fragmentation problem: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One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One product: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Show the connected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Show the connected loop: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Initial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Initial users: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Trust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Trust boundaries: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90-day evidence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90-day evidence plan: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GTM hypothesis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Non-activation discovery→accepted scope→qualified/target review→authorized pilot→measured renewal.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Outcome/reference/logo permission is separate from participation.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Illustrative $1M ARR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40 institutions × $25,000/year = $1,000,000 ARR.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Scenario arithmetic only; not approved pricing, forecast or traction.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$10k proposed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Assurance/accessibility $4,000; implementation $3,000.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Research/measurement $2,000; materials $1,000. Validate quotes and grant eligibility.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Grant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Grant ask: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