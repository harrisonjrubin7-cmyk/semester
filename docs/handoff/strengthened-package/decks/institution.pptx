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Semester for institutions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Semester for institutions: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1/22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University fragmentation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University fragmentation: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2/22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Student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Student day: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3/22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First meaningful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First meaningful action: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4/22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Faculty Course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Faculty Course Studio: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5/22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Assessment and grading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Assessment and grading: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6/22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Advisor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Advisor workspace: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7/22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Registrar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Registrar readiness: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8/22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Campus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Campus services: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9/22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Role and object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Role and object access: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10/22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Data authority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Official owning source decides institutional registration and final records.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Lab records and scores remain explicitly synthetic; ready_as_of is not enrolled.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11/22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Integrations: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12/22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Security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Security review: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13/22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Privacy and FERPA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Minimize data; define institution control, legitimate purpose and onward disclosure.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Student-private artifacts and official records are distinct; qualified legal review required.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14/22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Governed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Six bounded checks control identity, data, egress, sources, policy and action.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Protected records excluded from provider payloads by default; production enforcement evidence required.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15/22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Accessibility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Target accessible workflows/documents, with keyboard/AT/zoom and remediation.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Covered Title II entities use WCAG2.1AA; internal WCAG2.2AA ambition is not certification.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16/22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Implementation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Implementation sequence: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17/22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Pilot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Proposed bounded scope with baseline, source map, responsible offices and stop criteria.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Activate only after exact-target technical/professional/legal/customer/operated evidence is accepted.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18/22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Responsibilities: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19/22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Measures versus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Measures versus baseline: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20/22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Support and continuity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Support and continuity: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21/22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Activation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Proposed bounded scope with baseline, source map, responsible offices and stop criteria.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Activate only after exact-target technical/professional/legal/customer/operated evidence is accepted.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22/22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