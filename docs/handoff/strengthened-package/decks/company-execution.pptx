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Evidence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Evidence boundary: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Existing console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Extend the existing canonical registry, route and capability systems.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Do not create a second permission model, schema or operational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Company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Company layers: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Functions and owners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Functions and owners: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Six controlled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Deal, renewal, hiring, vendor, partner and research share request→review→bound approval→receipt.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Lab implements academic approval mechanics, not these six commercial production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Business and Operations Inbox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Business and Operations Inbox: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Legal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Draft→review→approved→signed/effective→amended/expired→retired.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AI drafting, document presence and customer negotiation are not legal approval.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Operating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12 items: identity, grants, first value, full loop, authority, current data, denial, failure, receipt, reconciliation, support, recovery.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Each scope requires retained target-specific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90-day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Foundation and complete loops first; qualified/target review and staffed exercises next.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Timing is proposed sequencing, never a reason to bypass an evidence 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Pilot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Proposed bounded scope with baseline, source map, responsible offices and stop criteria.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Activate only after exact-target technical/professional/legal/customer/operated evidence is accepted.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Dependencies and blockers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Dependencies and blockers: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Decision and next increment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Decision and next increment: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