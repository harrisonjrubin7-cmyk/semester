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16-domain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Master scorecard, acceptance gates, rollback controls and ownership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Historical baseline—not current runtime assurance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Decision: HOLD until required evidence and authority are accepted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01  |  October 11, 2026  |  Proposed roles; no production activation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What was delivered and actually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Filterable local tracker; Markdown/PDF report; editable executive deck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21 local reference-checker unit tests passed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No browser/app/production tests; no deployment or approval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02  |  October 11, 2026  |  Proposed roles; no production activation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Six facts—not one blended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Designed ≠ implemented ≠ tested ≠ deployed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Institution authorization is scope-specific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Production enablement requires staffed operation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03  |  October 11, 2026  |  Proposed roles; no production activation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Evidence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Exact SHA, deployment, config, schema, scope and operation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Passed + accepted + current + not withdrawn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Trusted evidence ingestion and reviewer authority remain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04  |  October 11, 2026  |  Proposed roles; no production activation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Shared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Authorization, persistence, adapters/outbox and AI enforcement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Accessibility acceptance, staffing/paging and recovery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Target uncertainty, commercial/customer authority and stale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05  |  October 11, 2026  |  Proposed roles; no production activation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Domain scorecard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01 Identity and onboarding: Partial; deployment: Hosted PWA sync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02 Planning and degree: Partial; deployment: Seed-data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03 Registration: Server; not release-ready; deployment: No tenant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04 Courses and teaching: Partial; deployment: Personal-course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06  |  October 11, 2026  |  Proposed roles; no production activation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Domain scorecard 5–8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05 Assignments and work: Partial; task rows; deployment: Device-first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06 Study and tutoring: Mock + partial; deployment: Hosted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07 Grades and progress: Server; not release-ready; deployment: No tenant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08 Advising and support: Partial; deployment: No staffed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07  |  October 11, 2026  |  Proposed roles; no production activation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Domain scorecard 9–12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09 Career and portfolio: Local/mock; deployment: Local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10 Campus and community: Partial; deployment: Hosted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11 Housing, dining, services: Partial; deployment: Hosted PWA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12 Money and finance: Partial; deployment: Checkout held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08  |  October 11, 2026  |  Proposed roles; no production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Domain scorecard 13–16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13 Institution OS: Server; not release-ready; deployment: No tenant; gateway dependency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14 Company OS: Documents; deployment: Not evidenced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15 Developer and partner: None found; deployment: Not evidenced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16 Governed AI: Partial; ungoverned; deployment: Shared-key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09  |  October 11, 2026  |  Proposed roles; no production activation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Proposed owner roles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01 Identity and onboarding → Identity / Security / Privacy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02 Planning and degree → Academic engineering / Registrar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03 Registration → Registration / Registrar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04 Courses and teaching → Learning / Faculty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10  |  October 11, 2026  |  Proposed roles; no production activation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Proposed owner roles 5–8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05 Assignments and work → Productivity / Faculty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06 Study and tutoring → Learning / Tutoring operations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07 Grades and progress → Gradebook / Faculty / Registrar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08 Advising and support → Advising / Support /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11  |  October 11, 2026  |  Proposed roles; no production activation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Proposed owner roles 9–12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09 Career and portfolio → Career / Career services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10 Campus and community → Community / Trust and Safety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11 Housing, dining, services → Campus services / Providers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12 Money and finance → Finance / Counsel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12  |  October 11, 2026  |  Proposed roles; no production activation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Proposed owner roles 13–16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13 Institution OS → Institution engineering / Customer IT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14 Company OS → Founder / Finance / Counsel / Operations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15 Developer and partner → Platform / Partner operations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16 Governed AI → AI / Security /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13  |  October 11, 2026  |  Proposed roles; no production activation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Owner acceptance is not a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Name accountable owner, implementer, acceptance authority and backup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Professional and customer sign-off cannot be self-created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Company roles must not gain student-record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14  |  October 11, 2026  |  Proposed roles; no production activation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Designed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G-DES-01: Journey/role/state coverage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G-DES-02: Accessibility and consequence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15  |  October 11, 2026  |  Proposed roles; no production activation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Implemented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G-IMP-01: UI-to-authorized-durable-state trace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G-IMP-02: Forged identity/tenant/owner/scope denial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G-IMP-03: Cross-device durability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16  |  October 11, 2026  |  Proposed roles; no production activation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Tested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G-TST-01: Executed candidate-bound blocking suite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G-TST-02: Qualified keyboard/AT/reflow acceptance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G-TST-03: Independent security blocker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17  |  October 11, 2026  |  Proposed roles; no production activation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Deployed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G-DEP-01: Actual build/config/schema match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G-DEP-02: Allowed/denied target journeys and queues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G-DEP-03: Previous-version rollback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18  |  October 11, 2026  |  Proposed roles; no production activation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Institution-authorized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G-AUT-01: Current target/cohort/operation authority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G-AUT-02: Withdrawn/expired approval denial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G-AUT-03: Customer UAT and accepted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19  |  October 11, 2026  |  Proposed roles; no production activation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Production-enabled acceptance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G-PRD-01: Out-of-scope server/API/worker denial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G-PRD-02: Measured kill propagation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G-PRD-03: Isolated DB/object/config restore integrity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G-PRD-04: Primary/backup alert and support drill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G-PRD-05: Export/delete/revoke/offboard with holds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G-PRD-06: Operated window, outcomes and stop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20  |  October 11, 2026  |  Proposed roles; no production activation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T01 | Tenant leak or restricted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Confirmed or credible unauthorized retrieval, including titles/search/AI context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affected scope; preserve safe evidence; security/privacy incident escalation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Negative suite, impact review, remediation and fresh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21  |  October 11, 2026  |  Proposed roles; no production activation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T02 | Unauthorized official or financial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Mutation outside actor, source-system or institution authority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Kill new writeback; checkpoint commands; reconcile committed/uncertain outcomes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Source reconciliation and domain-authorized correction; fresh write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22  |  October 11, 2026  |  Proposed roles; no production activation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T03 | Corruption or reconciliation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Integrity failure or unexplained divergence from authoritative source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writes; isolate repair/restore; preserve audit and queues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DB/object checksums, external-state reconciliation, post-backup change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23  |  October 11, 2026  |  Proposed roles; no production activation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T04 | Withdrawn or expired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Applicable approval withdrawn, expired or scope-mismatched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only affected operation/cohort; prevent fallback expansion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New current exact-scope approval; gate-negative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24  |  October 11, 2026  |  Proposed roles; no production activation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T05 | AI policy or gateway bypass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Direct/proxy/worker route evades policy, budget, source access or kill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relevant AI dispatch; preserve permitted audit; settle reservations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All-entrypoint enforcement, injection/kill/budget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25  |  October 11, 2026  |  Proposed roles; no production activation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T06 | Identity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Pseudonym/private identity exposed outside accepted disclosure scope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affected surface; privacy-safe transition; no name-reveal fallback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Privacy impact acceptance, corrected visibility and regression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26  |  October 11, 2026  |  Proposed roles; no production activation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T07 | Missing support, alerts or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Required coverage unavailable or alert delivery/acknowledgement fails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activation/expansion; preserve urgent authorized handoff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Named coverage and successful operated alert/support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27  |  October 11, 2026  |  Proposed roles; no production activation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T08 | Accepted service threshold breached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Trigger: Populated, approved service/error/freshness/capacity threshold exceeded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Contain: Hold affected feature; diagnose against exact agreed metric/window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Resume: Recovered accepted operating window and fresh release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28  |  October 11, 2026  |  Proposed roles; no production activation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Deployment: dark first, then bounded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Pin manifest; rehearse additive migrations and N-1 compatibility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Flags off; actual-target smoke and negative tests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Current scope approvals, staff and operated observation before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29  |  October 11, 2026  |  Proposed roles; no production activation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Rollback is a multi-surface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Kill → checkpoint → reconcile → compatible app/functions/worker restore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Database, object bytes and external records repaired separately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Fresh tests and authority before resume; no blind irreversible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30  |  October 11, 2026  |  Proposed roles; no production activation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Approval material: sixteen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Product/screens/data/workflows/policy/roles/audit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Support/monitoring/docs/tests/release/migration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Commercial/success/operating owner; accepted N/A only where justified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31  |  October 11, 2026  |  Proposed roles; no production activation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94BCE3"/>
                </a:solidFill>
              </a:defRPr>
            </a:pPr>
            <a:r>
              <a:t>SEMESTER |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F4F1EA"/>
                </a:solidFill>
              </a:defRPr>
            </a:pPr>
            <a:r>
              <a:t>Next execution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Assign named owners and actual deployment targets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Bind repository runners and trusted evidence ingestion</a:t>
            </a:r>
          </a:p>
          <a:p>
            <a:pPr>
              <a:spcAft>
                <a:spcPts val="1200"/>
              </a:spcAft>
              <a:defRPr sz="2000">
                <a:solidFill>
                  <a:srgbClr val="E4EAF4"/>
                </a:solidFill>
              </a:defRPr>
            </a:pPr>
            <a:r>
              <a:t>• Do not enable flags merely to make the dashboard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A7B5C8"/>
                </a:solidFill>
              </a:defRPr>
            </a:pPr>
            <a:r>
              <a:t>32  |  October 11, 2026  |  Proposed roles; no production 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