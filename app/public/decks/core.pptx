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E8EAEE"/>
                </a:solidFill>
                <a:latin typeface="Arial"/>
              </a:rPr>
              <a:t>CORE 2500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949BA7"/>
                </a:solidFill>
                <a:latin typeface="Arial"/>
              </a:rPr>
              <a:t>Sports, Culture, and Society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9BA7"/>
                </a:solidFill>
                <a:latin typeface="Arial"/>
              </a:rPr>
              <a:t>Weeks 1–4 in full, plus the map of where the semester goes.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84632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6 units · 55 cards · from Sport, Culture &amp; Society Field Guide · Torres Colón,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CED8"/>
                </a:solidFill>
                <a:latin typeface="Arial"/>
              </a:rPr>
              <a:t>UNIT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AEE"/>
                </a:solidFill>
                <a:latin typeface="Arial"/>
              </a:rPr>
              <a:t>How the grade actually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9BA7"/>
                </a:solidFill>
                <a:latin typeface="Arial"/>
              </a:rPr>
              <a:t>6 things to know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023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HOW THE GRADE ACTUALLY WORKS · 1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What is the single biggest risk to your grade?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What is the single biggest risk to your grade?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Attendance. After two unexcused absences you lose 10% of the final grade for every additional class — bigger than any quiz.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HOW THE GRADE ACTUALLY WORKS ·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What do quizzes actually test?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What do quizzes actually test?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The main argument of the readings due that day, plus the lecture slides from the class before.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HOW THE GRADE ACTUALLY WORKS ·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What are the three ways people lose this grade?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What are the three ways people lose this grade?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Attendance. Deadlines — everything is due before class begins, a missed quiz is a 0 with no make-up, late reflections drop a letter grade per day. And not checking email.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HOW THE GRADE ACTUALLY WORKS ·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What is the recoverable part?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What is the recoverable part?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Lost quiz points can be made up with extra credit later, and reflections are self-graded. Blatantly gaming the self-assessment is treated as cheating.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HOW THE GRADE ACTUALLY WORKS ·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What is not on the syllabus but still required?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What is not on the syllabus but still required?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Media and current-events assignments — announced by email and Brightspace only.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HOW THE GRADE ACTUALLY WORKS · 6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What is the grade actually built from?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What is the grade actually built from?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8 quizzes at 10 pts, 13 reflections at 10 pts, one final reflection at 20 pts (“Ultrarealism and Human Flourishment”), plus attendance. No exams.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CED8"/>
                </a:solidFill>
                <a:latin typeface="Arial"/>
              </a:rPr>
              <a:t>UNIT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AEE"/>
                </a:solidFill>
                <a:latin typeface="Arial"/>
              </a:rPr>
              <a:t>The five big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9BA7"/>
                </a:solidFill>
                <a:latin typeface="Arial"/>
              </a:rPr>
              <a:t>7 things to know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023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THE FIVE BIG IDEAS · 1 OF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Define embodiment.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Define embodiment.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The body is not just biology — it is biology shaped by culture, history and practice, and experienced from the inside. A jump shot, a limp, a fear of the pool.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THE FIVE BIG IDEAS · 2 OF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What does a biocultural approach refuse to ask?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What does a biocultural approach refuse to ask?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Nature vs. nurture. The right question is always how genes and environment work together here, and how much each contributes.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THE FIVE BIG IDEAS · 3 OF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Play → ritual → sport, in one line?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Play → ritual → sport, in one line?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Sport is not an invention of civilization — it grows out of play, which is older than humans, and carries ritual meaning. Mayan ball courts were temples.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THE FIVE BIG IDEAS · 4 OF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Why is race a social fact rather than a biological unit?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Why is race a social fact rather than a biological unit?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Genetic variation is real; races as discrete biological groups are not. Africa holds most human genetic diversity, which is exactly why “Black athletic gene” stories collapse.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THE FIVE BIG IDEAS · 5 OF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The fifth big idea?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The fifth big idea?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Sport reflects and reproduces power. Gender, race, class and nation are made visible in sport — and made harder to challenge by it. Sport can “enrich or stifle,” “oppress or liberate.”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THE FIVE BIG IDEAS · 6 OF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What are the two course capacities?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What are the two course capacities?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(B) Systematic and structural thinking — seeing sport inside larger systems. (C) Cultural and interpretative investigation — reading difference as meaning, not fact.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THE FIVE BIG IDEAS · 7 OF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How does the semester move?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How does the semester move?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Outward: bodies and evolution → social difference and power → how anthropologists actually study sport → character and virtue. Knowing which move you are in tells you what a question is really asking.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CED8"/>
                </a:solidFill>
                <a:latin typeface="Arial"/>
              </a:rPr>
              <a:t>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AEE"/>
                </a:solidFill>
                <a:latin typeface="Arial"/>
              </a:rPr>
              <a:t>Fox &amp; Konner — why we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9BA7"/>
                </a:solidFill>
                <a:latin typeface="Arial"/>
              </a:rPr>
              <a:t>12 things to know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023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FOX &amp; KONNER — WHY WE PLAY · 1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Fox’s argument in one line?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Fox’s argument in one line?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Play looks pointless, costs real energy and can get you killed — which means evolution kept it for a reason: it builds brains, bodies and the ability to agree on rules.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FOX &amp; KONNER — WHY WE PLAY · 2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Stuart Brown’s seven characteristics of play?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Stuart Brown’s seven characteristics of play?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Voluntary, inherently attractive, free of time, diminished self-consciousness, improvisational, continuation desire, apparently purposeless.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FOX &amp; KONNER — WHY WE PLAY · 3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How do the classic theorists define play?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How do the classic theorists define play?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Carl Diem: “purposeless activity, for its own sake.” Huizinga: “not serious.” Roger Caillois: “an occasion of pure waste” — then spent 200 pages on it. Konner calls it “a central paradox of evolutionary biology.”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FOX &amp; KONNER — WHY WE PLAY · 4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The cost side of the paradox — two facts.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The cost side of the paradox — two facts.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Young mammals burn up to 15% of their calories playing, and in Peru in 1988, 22 of 26 sea pups killed by sea lions were playing in tidal pools and never saw the attack.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FOX &amp; KONNER — WHY WE PLAY · 5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The payoff side — two facts.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The payoff side — two facts.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Rats allowed to play developed higher BDNF in the amygdala and prefrontal cortex; across 15 mammal species bigger relative brain size tracked with more play (Pellis).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FOX &amp; KONNER — WHY WE PLAY · 6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The dolphin study — three things to remember.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The dolphin study — three things to remember.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Over five years, 16 captive dolphins initiated play with balls more than with any other object, bubbles or each other. Free play with Fox became a rule-governed interspecies game in ten minutes. Piaget’s “moderately discrepant events”: players keep making it slightly harder.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FOX &amp; KONNER — WHY WE PLAY · 7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What is the EQ comparison?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What is the EQ comparison?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Encephalization quotient: humans 7.0, dolphins ~4.5, great apes 1.5–3. More brain, more play.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FOX &amp; KONNER — WHY WE PLAY · 8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Konner’s categories, by players and object?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Konner’s categories, by players and object?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Solitary locomotor-rotational, object play, social play — plus serious, master, rough-and-tumble and adult play by character. The slides frame play as “behavioral fat.”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FOX &amp; KONNER — WHY WE PLAY · 9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The throwing hypothesis?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The throwing hypothesis?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Calvin: accurate one-armed throwing may have driven lateralization to the left brain — the hemisphere handling the rapid muscle sequencing language needs. Throwing gave an immediate return, unlike fire or tools. Speculative; state it, don’t defend it.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FOX &amp; KONNER — WHY WE PLAY · 10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Two numbers on the play deficit?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Two numbers on the play deficit?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Children spend 50% less time playing outdoors than in the 1970s, and 10–16 year-olds average 12.6 minutes a day of vigorous activity.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FOX &amp; KONNER — WHY WE PLAY · 11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Why does it matter that hunter-gatherers had leisure?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Why does it matter that hunter-gatherers had leisure?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Richard Lee among the !Kung: women could gather three days’ food in one day; Sahlins said hunters “keep bankers’ hours.” So play is not an invention of civilization.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FOX &amp; KONNER — WHY WE PLAY · 12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Name some historical ball games.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Name some historical ball games.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Aboriginal marn grook; Copper Inuit akraurak (the aurora is arsarnerit, “the football players”); Afghan buzkashi; Greek episkyros and ephedrismos; Roman harpastum. Galen wrote the first scientific case for ball play and praised it as a leveler: “even the poorest man can play ball.”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CED8"/>
                </a:solidFill>
                <a:latin typeface="Arial"/>
              </a:rPr>
              <a:t>UNIT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AEE"/>
                </a:solidFill>
                <a:latin typeface="Arial"/>
              </a:rPr>
              <a:t>Ocobock &amp; Lacy — Woman the Hunter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9BA7"/>
                </a:solidFill>
                <a:latin typeface="Arial"/>
              </a:rPr>
              <a:t>10 things to know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023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OCOBOCK &amp; LACY — WOMAN THE HUNTER · 1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Their argument in one line?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Their argument in one line?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“Man the Hunter” survives because science only studied the traits where males have the advantage; measured on endurance, female physiology looks at least as well built for hunting.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OCOBOCK &amp; LACY — WOMAN THE HUNTER · 2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What is the story being argued against?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What is the story being argued against?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The 1966 symposium and 1968 volume Man the Hunter (Lee &amp; DeVore) made hunting the engine of human evolution and gave it to men. Laughlin: “Man’s life as a hunter supplied all the other ingredients for achieving civilization.”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OCOBOCK &amp; LACY — WOMAN THE HUNTER · 3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Zihlman’s line to memorize?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Zihlman’s line to memorize?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Pictures of the past are “backward projections of modern cultural sex stereotypes” onto people who lived a million years ago.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OCOBOCK &amp; LACY — WOMAN THE HUNTER · 4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Why was “Woman the Gatherer” only half a fix?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Why was “Woman the Gatherer” only half a fix?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Slocum (1975) and Dahlberg (1981) answered back, but still handed hunting to men. Hrdy’s The Woman That Never Evolved went further.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OCOBOCK &amp; LACY — WOMAN THE HUNTER · 5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The data gap — the three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The data gap — the three numbers.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34% of participants in sport and exercise science research are female, 14% in nutritional-supplement research, and 3% of athletic-performance publications are female-only against 63% male-only.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OCOBOCK &amp; LACY — WOMAN THE HUNTER · 6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What must you say about variation?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What must you say about variation?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There is more variation within sexes than between them, every metric overlaps, and sex — like gender — is not a strict binary.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OCOBOCK &amp; LACY — WOMAN THE HUNTER · 7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Name three physiological reasons females may suit endurance.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Name three physiological reasons females may suit endurance.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70% greater fatty-acid oxidation from estrogen; adiponectin up to 65% higher; intramuscular fat 58 vs. 23 g/kg; more Type I fibers; 20–35% better load-carrying economy; less exercise-induced muscle damage.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OCOBOCK &amp; LACY — WOMAN THE HUNTER · 8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The killer distance evidence?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The killer distance evidence?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Women and men perform similarly at 42 km and women outperform men beyond 90 km; one model predicts female advantage from 65 km up. Persistence hunting is 17–33 km of endurance, not speed — and Bramble &amp; Lieberman’s founding paper never mentions sex.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OCOBOCK &amp; LACY — WOMAN THE HUNTER · 9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The pacing and ethnographic evidence?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The pacing and ethnographic evidence?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Across 190,000+ runners at the Bolder Boulder 10K, women were 1.96× more likely to hold pace at halfway. The Agta of the Philippines hunted with dogs and bows into late pregnancy; also Inuit, Tiwi, Ojibwa.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OCOBOCK &amp; LACY — WOMAN THE HUNTER · 10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The elegant twist at the end?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The elegant twist at the end?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Pregnancy and lactation cost 500–600 kcal a day. Motherhood is a multi-year endurance event — so it may be what selected for female endurance rather than a handicap that ruled women out of hunting. Sophie Power ran the 168 km UTMB while breastfeeding a three-month-old.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CED8"/>
                </a:solidFill>
                <a:latin typeface="Arial"/>
              </a:rPr>
              <a:t>UNIT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AEE"/>
                </a:solidFill>
                <a:latin typeface="Arial"/>
              </a:rPr>
              <a:t>Epstein 1–3 — hardware &amp;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9BA7"/>
                </a:solidFill>
                <a:latin typeface="Arial"/>
              </a:rPr>
              <a:t>8 things to know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023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1–3 — HARDWARE &amp; SOFTWARE · 1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Epstein’s argument in one line?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Epstein’s argument in one line?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Elite skill is not fast reflexes and it is not 10,000 hours — it is learned pattern-recognition (“software”) running on physical equipment that varies a lot between people (“hardware”).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1–3 — HARDWARE &amp; SOFTWARE · 2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Why couldn’t Pujols hit Jennie Finch?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Why couldn’t Pujols hit Jennie Finch?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He had no chunks for her delivery. A 68 mph underhand pitch from 43 feet arrives like a 95 mph fastball; reaction time is ~200 ms for everyone, the pitch takes 400 ms and the contact window is 5 ms, so he had to commit before the ball was halfway. His own reaction time was 66th percentile against college students.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1–3 — HARDWARE &amp; SOFTWARE · 3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What did the random-chessboard experiment prove?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What did the random-chessboard experiment prove?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Masters’ advantage is learned pattern recognition, not innate memory. De Groot’s masters rebuilt real boards from a 3-second glance; on arrangements that could never occur in a game their recall dropped to average (Chase &amp; Simon, 1973).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1–3 — HARDWARE &amp; SOFTWARE · 4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What did Starkes and Abernethy add?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What did Starkes and Abernethy add?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Occlusion tests showed the same in volleyball and field hockey — and hiding a badminton player’s forearm turns an elite player into a near-novice. Expertise is reading the body, not seeing the ball.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1–3 — HARDWARE &amp; SOFTWARE · 5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Strongest evidence against the 10,000-hours rule?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Strongest evidence against the 10,000-hours rule?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Campitelli &amp; Gobet: chess master level took 3,000 to 23,000 hours, and some players logged 25,000+ without ever making master. Elite basketball, field hockey and wrestling athletes average closer to 4,000/4,000/6,000 sport-specific hours.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1–3 — HARDWARE &amp; SOFTWARE · 6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The quiz trap on Ericsson.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The quiz trap on Ericsson.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K. Anders Ericsson never used the phrase “10,000-hours rule.” He credits it to a chapter title in Gladwell’s Outliers, which he says “misconstrued” the violin study — a cross-sectional, retrospective study of 10 pre-screened students.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1–3 — HARDWARE &amp; SOFTWARE · 7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Holm vs. Thomas — what is the 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Holm vs. Thomas — what is the point?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Holm jumped for twenty years with an Achilles so stiff it took 1.8 tons to stretch it 1 cm. Thomas cleared 7’3.25” on his seventh jump ever with a 10¼-inch Achilles and beat Holm after eight months — and has not improved since. Hardware and software, both real.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1–3 — HARDWARE &amp; SOFTWARE · 8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What is talent transfer?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What is talent transfer?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Moving a good general athlete into a better-suited sport — the Australian Institute of Sport turned surf-lifesaving and water-skiing athletes into Olympic skeleton racers in 14 months. Danish research found late specialization worked better in centimeter/gram/second sports.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CED8"/>
                </a:solidFill>
                <a:latin typeface="Arial"/>
              </a:rPr>
              <a:t>UNIT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AEE"/>
                </a:solidFill>
                <a:latin typeface="Arial"/>
              </a:rPr>
              <a:t>Epstein 9–11 — the (un)science of 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9BA7"/>
                </a:solidFill>
                <a:latin typeface="Arial"/>
              </a:rPr>
              <a:t>12 things to know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023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9–11 — THE (UN)SCIENCE OF RACE · 1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The argument in one line?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The argument in one line?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Genetic variation is real and mostly inside Africa — which is exactly why “Black people are built to sprint” is bad genetics, even though specific traits with specific histories do cluster in specific populations.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9–11 — THE (UN)SCIENCE OF RACE · 2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What did Kenneth Kidd find?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What did Kenneth Kidd find?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Every stretch of the genome he looked at had more variation in African populations. On one stretch, a single population of African Pygmies had more variation than the entire rest of the world combined. His line: “from a genetic point of view, all Europeans look alike.”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9–11 — THE (UN)SCIENCE OF RACE · 3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Why might the fastest and the slowest human both be African?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Why might the fastest and the slowest human both be African?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African populations hold the greatest genetic diversity, so for any genetically influenced trait the extremes at both ends should be overrepresented. Sport only ever measures one tail.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9–11 — THE (UN)SCIENCE OF RACE · 4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The nuance you must hold onto.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The nuance you must hold onto.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Humans are 99–99.5% identical at the DNA level, but at least 15 million letters differ. Self-identified race matched blind DNA identification in 3,631 of 3,636 Americans — yet with every world population included the picture is a continuous spectrum, not discrete groups.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9–11 — THE (UN)SCIENCE OF RACE · 5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How does within- vs. between-group variation depend on the trait?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How does within- vs. between-group variation depend on the trait?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~90% of skull-shape variation is within groups; ~90% of skin-color variation is between them. And African Americans range from 1% to 99% West African ancestry (Tishkoff).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9–11 — THE (UN)SCIENCE OF RACE · 6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What does ACTN3 actually tell you?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What does ACTN3 actually tell you?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Mostly who will not run an Olympic 100 m final. About 25% of East Asians and 18% of white Australians are XX, under 1% of Zulu; of 32 Australian Olympic sprinters, zero were XX. Foster: “the best genetic test right now is a stopwatch.”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9–11 — THE (UN)SCIENCE OF RACE · 7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How was ACTN3 discovered?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How was ACTN3 discovered?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Kathryn North was drafting a letter to Nature Genetics announcing a new muscular dystrophy gene — then tested the healthy family members and found the same variant. Her own caution: it “contributes a little,” there may be hundreds of genes, and diet, environment and opportunity all matter.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9–11 — THE (UN)SCIENCE OF RACE · 8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Pitsiladis vs. Morrison &amp; Cooper?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Pitsiladis vs. Morrison &amp; Cooper?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Pitsiladis: environment and a talent-spotting system — Champs since 1910, 100 schools, a 35,000-seat stadium, boosters like Charles Fuller recruiting Sherone Simpson; Bolt and Blake both wanted to play cricket. Morrison &amp; Cooper: malaria-driven history via sickle-cell and low hemoglobin.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9–11 — THE (UN)SCIENCE OF RACE · 9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What is the weak spot in 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What is the weak spot in 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Pitsiladis does not explain why finalists are so consistently of West African descent. Morrison &amp; Cooper’s final step — hemoglobin → fiber type — has never been tested in humans; only one mouse study and one rat study.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9–11 — THE (UN)SCIENCE OF RACE · 10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What undercuts the “Maroon warrior” theory?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What undercuts the “Maroon warrior” theory?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Maroons are not genetically distinguishable from other Jamaicans, and one of Pitsiladis’s grad students had more sprint gene variants than “the likes of a Usain Bolt.” His advice to British runners: “Go into sprinting. Don’t worry because you’re white.”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9–11 — THE (UN)SCIENCE OF RACE · 11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What is genuinely established (Ch. 11)?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What is genuinely established (Ch. 11)?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Allen’s and Bergmann’s rules on limb length and build at low latitudes; max speed scales with the square root of leg length; sickle-cell trait protects against malaria (Allison, 1954) and all but disappears above 800 m, while being overrepresented in jumps and throws.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EPSTEIN 9–11 — THE (UN)SCIENCE OF RACE · 12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E"/>
                </a:solidFill>
                <a:latin typeface="Arial"/>
              </a:rPr>
              <a:t>Cooper’s most important 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BA7"/>
                </a:solidFill>
                <a:latin typeface="Arial"/>
              </a:rPr>
              <a:t>Answer it before you advance.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BA7"/>
                </a:solidFill>
                <a:latin typeface="Arial"/>
              </a:rPr>
              <a:t>Cooper’s most important point?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AEE"/>
                </a:solidFill>
                <a:latin typeface="Arial"/>
              </a:rPr>
              <a:t>The belief that physical superiority implies intellectual inferiority “only developed when physical superiority became associated with African Americans,” around 1936. A result of bigotry, not a cause of it — and the answer is more careful inquiry, not less.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CED8"/>
                </a:solidFill>
                <a:latin typeface="Arial"/>
              </a:rPr>
              <a:t>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E"/>
                </a:solidFill>
                <a:latin typeface="Arial"/>
              </a:rPr>
              <a:t>Biocultural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9BA7"/>
                </a:solidFill>
                <a:latin typeface="Arial"/>
              </a:rPr>
              <a:t>Studying how biology and culture jointly produce a trait or practice.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E"/>
                </a:solidFill>
                <a:latin typeface="Arial"/>
              </a:rPr>
              <a:t>Chunking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9BA7"/>
                </a:solidFill>
                <a:latin typeface="Arial"/>
              </a:rPr>
              <a:t>Grouping information into meaningful patterns; the basis of expertise (Chase &amp; Simon).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E"/>
                </a:solidFill>
                <a:latin typeface="Arial"/>
              </a:rPr>
              <a:t>Occlusion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9BA7"/>
                </a:solidFill>
                <a:latin typeface="Arial"/>
              </a:rPr>
              <a:t>Cutting off visual information early to measure anticipation (Starkes, Abernethy).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E"/>
                </a:solidFill>
                <a:latin typeface="Arial"/>
              </a:rPr>
              <a:t>Deliberate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9BA7"/>
                </a:solidFill>
                <a:latin typeface="Arial"/>
              </a:rPr>
              <a:t>Effortful, cognitively engaged, error-correcting practice — usually solitary.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E"/>
                </a:solidFill>
                <a:latin typeface="Arial"/>
              </a:rPr>
              <a:t>Matthew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9BA7"/>
                </a:solidFill>
                <a:latin typeface="Arial"/>
              </a:rPr>
              <a:t>The already-better improve faster on the same training (Thorndike).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52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E"/>
                </a:solidFill>
                <a:latin typeface="Arial"/>
              </a:rPr>
              <a:t>Talent transfer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9BA7"/>
                </a:solidFill>
                <a:latin typeface="Arial"/>
              </a:rPr>
              <a:t>Moving a good general athlete into a better-suited sport (Australia’s skeleton project).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CED8"/>
                </a:solidFill>
                <a:latin typeface="Arial"/>
              </a:rPr>
              <a:t>SELF-TEST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AEE"/>
                </a:solidFill>
                <a:latin typeface="Arial"/>
              </a:rPr>
              <a:t>Answer these out 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9BA7"/>
                </a:solidFill>
                <a:latin typeface="Arial"/>
              </a:rPr>
              <a:t>10 questions, answers on the slide after each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SELF-TEST · 1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AEE"/>
                </a:solidFill>
                <a:latin typeface="Arial"/>
              </a:rPr>
              <a:t>Why couldn’t Albert Pujols hit Jennie Finch?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49BA7"/>
                </a:solidFill>
                <a:latin typeface="Arial"/>
              </a:rPr>
              <a:t>Why couldn’t Albert Pujols hit Jennie Finch?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E8EAEE"/>
                </a:solidFill>
                <a:latin typeface="Arial"/>
              </a:rPr>
              <a:t>He had no mental database of her body movements, pitch tendencies or softball spin — no chunks to read. Since a hitter must commit before the ball is halfway, he was left reacting, and raw reaction time (66th percentile) isn’t enough.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SELF-TEST · 2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AEE"/>
                </a:solidFill>
                <a:latin typeface="Arial"/>
              </a:rPr>
              <a:t>What did the random-chessboard experiment prove?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49BA7"/>
                </a:solidFill>
                <a:latin typeface="Arial"/>
              </a:rPr>
              <a:t>What did the random-chessboard experiment prove?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E8EAEE"/>
                </a:solidFill>
                <a:latin typeface="Arial"/>
              </a:rPr>
              <a:t>That masters’ memory advantage is learned pattern recognition, not superior innate memory. On arrangements that could never occur in a real game, their recall dropped to average.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SELF-TEST · 3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AEE"/>
                </a:solidFill>
                <a:latin typeface="Arial"/>
              </a:rPr>
              <a:t>State the strongest evidence against a strict 10,000-hours rule.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49BA7"/>
                </a:solidFill>
                <a:latin typeface="Arial"/>
              </a:rPr>
              <a:t>State the strongest evidence against a strict 10,000-hours rule.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E8EAEE"/>
                </a:solidFill>
                <a:latin typeface="Arial"/>
              </a:rPr>
              <a:t>Campitelli &amp; Gobet: master level took anywhere from 3,000 to 23,000 hours; some logged 25,000+ and never made master. Elite athletes in basketball, field hockey and wrestling average closer to 4,000/4,000/6,000 sport-specific hours.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SELF-TEST · 4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AEE"/>
                </a:solidFill>
                <a:latin typeface="Arial"/>
              </a:rPr>
              <a:t>Name three physiological reasons females may be suited to endurance.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49BA7"/>
                </a:solidFill>
                <a:latin typeface="Arial"/>
              </a:rPr>
              <a:t>Name three physiological reasons females may be suited to endurance.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E8EAEE"/>
                </a:solidFill>
                <a:latin typeface="Arial"/>
              </a:rPr>
              <a:t>Any three of: 70% greater fatty-acid oxidation; adiponectin up to 65% higher; more intramuscular fat (58 vs. 23 g/kg); more Type I fibers; 20–35% better load-carrying economy; less exercise-induced muscle damage; more consistent pacing.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SELF-TEST · 5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AEE"/>
                </a:solidFill>
                <a:latin typeface="Arial"/>
              </a:rPr>
              <a:t>What is wrong with Man the Hunter, according to Slocum?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49BA7"/>
                </a:solidFill>
                <a:latin typeface="Arial"/>
              </a:rPr>
              <a:t>What is wrong with Man the Hunter, according to Slocum?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E8EAEE"/>
                </a:solidFill>
                <a:latin typeface="Arial"/>
              </a:rPr>
              <a:t>“A theory that leaves out half the human species is unbalanced” — and because the fossil data are so scant, bias fills the gaps with just-so stories.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SELF-TEST · 6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AEE"/>
                </a:solidFill>
                <a:latin typeface="Arial"/>
              </a:rPr>
              <a:t>Why does Kidd say the fastest and the slowest human might both be African?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49BA7"/>
                </a:solidFill>
                <a:latin typeface="Arial"/>
              </a:rPr>
              <a:t>Why does Kidd say the fastest and the slowest human might both be African?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E8EAEE"/>
                </a:solidFill>
                <a:latin typeface="Arial"/>
              </a:rPr>
              <a:t>Because African populations hold the greatest genetic diversity, so for any genetically influenced trait the extremes at both ends should be overrepresented there. Sport only ever measures one end.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SELF-TEST · 7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AEE"/>
                </a:solidFill>
                <a:latin typeface="Arial"/>
              </a:rPr>
              <a:t>What does ACTN3 actually tell you?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49BA7"/>
                </a:solidFill>
                <a:latin typeface="Arial"/>
              </a:rPr>
              <a:t>What does ACTN3 actually tell you?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E8EAEE"/>
                </a:solidFill>
                <a:latin typeface="Arial"/>
              </a:rPr>
              <a:t>Mostly who won’t run an Olympic 100 m final — the XX genotype is essentially absent among elite sprinters. It rules out roughly 1 in 7 people worldwide and almost no one of African descent. Foster: use a stopwatch.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SELF-TEST · 8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AEE"/>
                </a:solidFill>
                <a:latin typeface="Arial"/>
              </a:rPr>
              <a:t>Give the environmental explanation for Jamaican sprinting.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49BA7"/>
                </a:solidFill>
                <a:latin typeface="Arial"/>
              </a:rPr>
              <a:t>Give the environmental explanation for Jamaican sprinting.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E8EAEE"/>
                </a:solidFill>
                <a:latin typeface="Arial"/>
              </a:rPr>
              <a:t>Every child sprints at school sports day; adult enthusiasts recruit fast kids into track high schools; Champs gives them a 35,000-seat proving ground and scholarships; pro clubs like MVP keep them on the island. Talent stays in the sprint pipeline instead of leaking into football as it does in the US.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SELF-TEST · 9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AEE"/>
                </a:solidFill>
                <a:latin typeface="Arial"/>
              </a:rPr>
              <a:t>What makes the Cooper &amp; Morrison malaria hypothesis only a hypothesis?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49BA7"/>
                </a:solidFill>
                <a:latin typeface="Arial"/>
              </a:rPr>
              <a:t>What makes the Cooper &amp; Morrison malaria hypothesis only a hypothesis?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E8EAEE"/>
                </a:solidFill>
                <a:latin typeface="Arial"/>
              </a:rPr>
              <a:t>The malaria → sickle-cell and malaria → low-hemoglobin links are established. The final step — that low hemoglobin drove a shift toward fast-twitch fibers — has been shown only in one mouse and one rat study, and never tested in humans.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ED8"/>
                </a:solidFill>
                <a:latin typeface="Arial"/>
              </a:rPr>
              <a:t>SELF-TEST · 10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AEE"/>
                </a:solidFill>
                <a:latin typeface="Arial"/>
              </a:rPr>
              <a:t>How does Fox answer his son’s question, “why do we play ball?”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49BA7"/>
                </a:solidFill>
                <a:latin typeface="Arial"/>
              </a:rPr>
              <a:t>How does Fox answer his son’s question, “why do we play ball?”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515600" cy="9525"/>
          </a:xfrm>
          <a:prstGeom prst="rect">
            <a:avLst/>
          </a:prstGeom>
          <a:solidFill>
            <a:srgbClr val="949B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E8EAEE"/>
                </a:solidFill>
                <a:latin typeface="Arial"/>
              </a:rPr>
              <a:t>Because play is brain food and balls are the richest kind — kinetically interesting, socially binding objects that build motor skill, cognitive flexibility and the shared rules that make cooperation possible. It’s older than civilization, not a product of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